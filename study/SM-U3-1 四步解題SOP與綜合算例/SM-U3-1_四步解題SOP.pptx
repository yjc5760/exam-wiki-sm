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SM-U3-1　側向土壓力理論｜觀念講義・拼圖三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四步解題 SOP：切方塊 ＋ 對牆底取矩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88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超載、地下水、分層、張力裂縫再多，都走同一條流程——不漏算、不迷路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566928" cy="566928"/>
          </a:xfrm>
          <a:prstGeom prst="ellipse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3977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確定 K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39776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7C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74720" y="3931920"/>
            <a:ext cx="566928" cy="566928"/>
          </a:xfrm>
          <a:prstGeom prst="ellipse">
            <a:avLst/>
          </a:prstGeom>
          <a:solidFill>
            <a:srgbClr val="B8520E"/>
          </a:solidFill>
          <a:ln w="12700">
            <a:solidFill>
              <a:srgbClr val="B8520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187952" y="3977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列轉折點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39776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7C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66928" cy="56692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931152" y="3977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逐點算 σ</a:t>
            </a:r>
            <a:pPr indent="0" marL="0">
              <a:buNone/>
            </a:pPr>
            <a:r>
              <a:rPr lang="en-US" sz="21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39776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7C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961120" y="3931920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0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674352" y="3977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切方塊取矩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示範題貫穿全篇：H = 7 m、q = 20 kPa、雙層土（K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a1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1/3、K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a2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0.26）；圖上數字全部可對帳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 · 四步 SOP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四步一條龍：每一步的輸出，就是下一步的輸入</a:t>
            </a:r>
            <a:endParaRPr lang="en-US" sz="2700" dirty="0"/>
          </a:p>
        </p:txBody>
      </p:sp>
      <p:pic>
        <p:nvPicPr>
          <p:cNvPr id="4" name="Image 0" descr="fig01_so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81506"/>
            <a:ext cx="11064240" cy="31348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983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為什麼一定要照順序？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選錯，後面每個數字都錯；轉折點漏一個（最常漏「層界下側」），σ</a:t>
            </a:r>
            <a:pPr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圖就少一塊；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圖畫對了，最後一步只剩幾何：切成矩形＋三角形，全部對「牆底」取矩——不需要背任何作用點公式。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 · 確定 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先看牆「能不能動、往哪動」，再決定 K</a:t>
            </a:r>
            <a:pPr indent="0" marL="0">
              <a:buNone/>
            </a:pPr>
            <a:r>
              <a:rPr lang="en-US" sz="27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、K</a:t>
            </a:r>
            <a:pPr indent="0" marL="0">
              <a:buNone/>
            </a:pPr>
            <a:r>
              <a:rPr lang="en-US" sz="27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或 K</a:t>
            </a:r>
            <a:pPr indent="0" marL="0">
              <a:buNone/>
            </a:pPr>
            <a:r>
              <a:rPr lang="en-US" sz="27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endParaRPr lang="en-US" sz="2700" dirty="0"/>
          </a:p>
        </p:txBody>
      </p:sp>
      <p:pic>
        <p:nvPicPr>
          <p:cNvPr id="4" name="Image 0" descr="fig02_k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0110" y="1234440"/>
            <a:ext cx="1040130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pic>
        <p:nvPicPr>
          <p:cNvPr id="6" name="Image 1" descr="m_ka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575554"/>
            <a:ext cx="1975104" cy="4800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6080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主動：土推牆、牆退開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297680" y="548640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pic>
        <p:nvPicPr>
          <p:cNvPr id="9" name="Image 2" descr="m_k0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0560" y="5672938"/>
            <a:ext cx="1412748" cy="28529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480560" y="6080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靜止：正常壓密土的近似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8046720" y="548640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pic>
        <p:nvPicPr>
          <p:cNvPr id="12" name="Image 3" descr="m_kp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9600" y="5575554"/>
            <a:ext cx="1969618" cy="4800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229600" y="6080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被動：牆推土、土抵抗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 · 列轉折點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兩個轉折點之間 σ</a:t>
            </a:r>
            <a:pPr indent="0" marL="0">
              <a:buNone/>
            </a:pPr>
            <a:r>
              <a:rPr lang="en-US" sz="27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必為直線——只要算端點</a:t>
            </a:r>
            <a:endParaRPr lang="en-US" sz="2700" dirty="0"/>
          </a:p>
        </p:txBody>
      </p:sp>
      <p:pic>
        <p:nvPicPr>
          <p:cNvPr id="4" name="Image 0" descr="fig03_break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" y="1252417"/>
            <a:ext cx="8595360" cy="46732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98280" y="1325880"/>
            <a:ext cx="2651760" cy="4983480"/>
          </a:xfrm>
          <a:prstGeom prst="roundRect">
            <a:avLst>
              <a:gd name="adj" fmla="val 4138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281160" y="14630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為什麼只算端點？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每段內 γ、K、c 都不變，σ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隨 z 線性增加 → σ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也是直線。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7A5C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張力裂縫深度</a:t>
            </a:r>
            <a:endParaRPr lang="en-US" sz="1500" dirty="0"/>
          </a:p>
        </p:txBody>
      </p:sp>
      <p:pic>
        <p:nvPicPr>
          <p:cNvPr id="7" name="Image 1" descr="m_zc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1160" y="3298469"/>
            <a:ext cx="1564721" cy="58110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81160" y="402336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令 σ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 解出；裂縫內可能積水，題目有說就要加水壓。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層界＝兩個點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同一深度、兩個 σ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：上側用上層 K，下側用下層 K。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350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①～⑤ 就是完整清單：題目有幾個，σ</a:t>
            </a:r>
            <a:pPr indent="0" marL="0">
              <a:buNone/>
            </a:pPr>
            <a:r>
              <a:rPr lang="en-US" sz="1400" b="1" baseline="-4000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14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圖就有幾個「節點」（左圖為示意剖面，曲線由公式實算）。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 · 逐點算 σ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有效應力乘 K，孔隙水壓全額另加（不乘 K）</a:t>
            </a:r>
            <a:endParaRPr lang="en-US" sz="2700" dirty="0"/>
          </a:p>
        </p:txBody>
      </p:sp>
      <p:pic>
        <p:nvPicPr>
          <p:cNvPr id="4" name="Image 0" descr="fig04_water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49299"/>
            <a:ext cx="11247120" cy="44051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pic>
        <p:nvPicPr>
          <p:cNvPr id="6" name="Image 1" descr="m_sa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869076"/>
            <a:ext cx="2222358" cy="36850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337560" y="57607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只管「土粒骨架」傳過來的力；水沒有剪力強度，垂直多少、水平就多少。黏土才有 −2c√K 項。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4 · 切方塊取矩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任何折線分布都拆得成「矩形＋三角形」</a:t>
            </a:r>
            <a:endParaRPr lang="en-US" sz="2700" dirty="0"/>
          </a:p>
        </p:txBody>
      </p:sp>
      <p:pic>
        <p:nvPicPr>
          <p:cNvPr id="4" name="Image 0" descr="fig05_rul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9669" y="1280160"/>
            <a:ext cx="11222182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394960" cy="960120"/>
          </a:xfrm>
          <a:prstGeom prst="roundRect">
            <a:avLst>
              <a:gd name="adj" fmla="val 1142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合力</a:t>
            </a:r>
            <a:endParaRPr lang="en-US" sz="1300" dirty="0"/>
          </a:p>
        </p:txBody>
      </p:sp>
      <p:pic>
        <p:nvPicPr>
          <p:cNvPr id="7" name="Image 1" descr="m_P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4480" y="5736031"/>
            <a:ext cx="935431" cy="37856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926080" y="5742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每塊面積就是那一塊的力（kN/m）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172200" y="544068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6B0A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55080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作用點</a:t>
            </a:r>
            <a:endParaRPr lang="en-US" sz="1300" dirty="0"/>
          </a:p>
        </p:txBody>
      </p:sp>
      <p:pic>
        <p:nvPicPr>
          <p:cNvPr id="11" name="Image 2" descr="m_y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69480" y="5578754"/>
            <a:ext cx="1033501" cy="68397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5742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</a:t>
            </a:r>
            <a:pPr indent="0" marL="0">
              <a:buNone/>
            </a:pPr>
            <a:r>
              <a:rPr lang="en-US" sz="13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一律從牆底量——基準只有一個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· 題目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綜合算例：地表超載 ＋ 雙層土剖面</a:t>
            </a:r>
            <a:endParaRPr lang="en-US" sz="2700" dirty="0"/>
          </a:p>
        </p:txBody>
      </p:sp>
      <p:pic>
        <p:nvPicPr>
          <p:cNvPr id="4" name="Image 0" descr="fig06_proble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" y="1792411"/>
            <a:ext cx="6766560" cy="40046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325880"/>
            <a:ext cx="4434840" cy="20574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0" y="1463040"/>
            <a:ext cx="4114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題目條件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牆高 H = 7 m，光滑垂直牆背，牆頂可位移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地表均布超載 q = 20 kPa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土層 1（0～3 m）：γ</a:t>
            </a:r>
            <a:pPr indent="0" marL="0">
              <a:spcAft>
                <a:spcPts val="3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17 kN/m³，K</a:t>
            </a:r>
            <a:pPr indent="0" marL="0">
              <a:spcAft>
                <a:spcPts val="3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a1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1/3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土層 2（3～7 m）：γ</a:t>
            </a:r>
            <a:pPr indent="0" marL="0">
              <a:spcAft>
                <a:spcPts val="3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19 kN/m³，K</a:t>
            </a:r>
            <a:pPr indent="0" marL="0">
              <a:spcAft>
                <a:spcPts val="3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a2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0.26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求：總側向合力 P 與作用點高度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0" y="3520440"/>
            <a:ext cx="4434840" cy="123444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0" y="3630168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　K 的種類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牆頂可外傾 → 全深度主動，上層 K</a:t>
            </a:r>
            <a:pPr indent="0" marL="0">
              <a:spcAft>
                <a:spcPts val="3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a1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1/3、下層 K</a:t>
            </a:r>
            <a:pPr indent="0" marL="0">
              <a:spcAft>
                <a:spcPts val="3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a2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0.26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0" y="4892040"/>
            <a:ext cx="4434840" cy="1463040"/>
          </a:xfrm>
          <a:prstGeom prst="roundRect">
            <a:avLst>
              <a:gd name="adj" fmla="val 7500"/>
            </a:avLst>
          </a:prstGeom>
          <a:solidFill>
            <a:srgbClr val="FBF1EA"/>
          </a:solidFill>
          <a:ln w="12700">
            <a:solidFill>
              <a:srgbClr val="E3B89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0" y="5001768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　轉折點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 = 0（地表）、z = 3 m 上側、z = 3 m 下側、z = 7 m（牆底）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本題無水位、無凝聚力 → 沒有 u、沒有裂縫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· STEP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先畫 σ</a:t>
            </a:r>
            <a:pPr indent="0" marL="0">
              <a:buNone/>
            </a:pPr>
            <a:r>
              <a:rPr lang="en-US" sz="27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（連續），再乘各層的 K 得 σ</a:t>
            </a:r>
            <a:pPr indent="0" marL="0">
              <a:buNone/>
            </a:pPr>
            <a:r>
              <a:rPr lang="en-US" sz="27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2700" dirty="0"/>
          </a:p>
        </p:txBody>
      </p:sp>
      <p:pic>
        <p:nvPicPr>
          <p:cNvPr id="4" name="Image 0" descr="fig07_point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959864"/>
            <a:ext cx="7863840" cy="36697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371600"/>
            <a:ext cx="3383280" cy="1078992"/>
          </a:xfrm>
          <a:prstGeom prst="roundRect">
            <a:avLst>
              <a:gd name="adj" fmla="val 1016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4630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z = 0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q = 20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</a:t>
            </a:r>
            <a:pPr indent="0" marL="0">
              <a:spcAft>
                <a:spcPts val="200"/>
              </a:spcAft>
              <a:buNone/>
            </a:pPr>
            <a:r>
              <a:rPr lang="en-US" sz="15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1/3 × 20 = 6.67 kPa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366760" y="2560320"/>
            <a:ext cx="3383280" cy="1078992"/>
          </a:xfrm>
          <a:prstGeom prst="roundRect">
            <a:avLst>
              <a:gd name="adj" fmla="val 1016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03920" y="26517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z = 3 m 上側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20 + 17×3 = 71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</a:t>
            </a:r>
            <a:pPr indent="0" marL="0">
              <a:spcAft>
                <a:spcPts val="200"/>
              </a:spcAft>
              <a:buNone/>
            </a:pPr>
            <a:r>
              <a:rPr lang="en-US" sz="15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1/3 × 71 = 23.67 kPa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366760" y="3749040"/>
            <a:ext cx="3383280" cy="1078992"/>
          </a:xfrm>
          <a:prstGeom prst="roundRect">
            <a:avLst>
              <a:gd name="adj" fmla="val 10169"/>
            </a:avLst>
          </a:prstGeom>
          <a:solidFill>
            <a:srgbClr val="FBECEA"/>
          </a:solidFill>
          <a:ln w="12700">
            <a:solidFill>
              <a:srgbClr val="E6B0A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03920" y="3840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z = 3 m 下側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仍為 71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</a:t>
            </a:r>
            <a:pPr indent="0" marL="0">
              <a:spcAft>
                <a:spcPts val="200"/>
              </a:spcAft>
              <a:buNone/>
            </a:pPr>
            <a:r>
              <a:rPr lang="en-US" sz="15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0.26 × 71 = 18.46 kPa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366760" y="4937760"/>
            <a:ext cx="3383280" cy="1078992"/>
          </a:xfrm>
          <a:prstGeom prst="roundRect">
            <a:avLst>
              <a:gd name="adj" fmla="val 1016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03920" y="5029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z = 7 m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71 + 19×4 = 147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</a:t>
            </a:r>
            <a:pPr indent="0" marL="0">
              <a:spcAft>
                <a:spcPts val="200"/>
              </a:spcAft>
              <a:buNone/>
            </a:pPr>
            <a:r>
              <a:rPr lang="en-US" sz="15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0.26 × 147 = 38.22 kPa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217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牆底也可寫成 18.46 + 0.26×(19×4) = 18.46 + 19.76 = 38.22，兩種算法同值。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· 關鍵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界面上下：σ</a:t>
            </a:r>
            <a:pPr indent="0" marL="0">
              <a:buNone/>
            </a:pPr>
            <a:r>
              <a:rPr lang="en-US" sz="27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連續，σ</a:t>
            </a:r>
            <a:pPr indent="0" marL="0">
              <a:buNone/>
            </a:pPr>
            <a:r>
              <a:rPr lang="en-US" sz="27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跳動</a:t>
            </a:r>
            <a:endParaRPr lang="en-US" sz="2700" dirty="0"/>
          </a:p>
        </p:txBody>
      </p:sp>
      <p:pic>
        <p:nvPicPr>
          <p:cNvPr id="4" name="Image 0" descr="fig08_jum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7356" y="1280160"/>
            <a:ext cx="11186809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口訣：「垂直看土重、水平看 K」——土重不會突然變，K 會。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· STEP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切成 A、B、C、D 四塊，每塊的形心高度都從牆底量</a:t>
            </a:r>
            <a:endParaRPr lang="en-US" sz="2700" dirty="0"/>
          </a:p>
        </p:txBody>
      </p:sp>
      <p:pic>
        <p:nvPicPr>
          <p:cNvPr id="4" name="Image 0" descr="fig09_block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" y="1320800"/>
            <a:ext cx="8778240" cy="5039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281160" y="1371600"/>
            <a:ext cx="2468880" cy="1051560"/>
          </a:xfrm>
          <a:prstGeom prst="roundRect">
            <a:avLst>
              <a:gd name="adj" fmla="val 10435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41832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B6F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　上層矩形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418320" y="1828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超載 q 在上層造成的均布段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281160" y="2560320"/>
            <a:ext cx="2468880" cy="1051560"/>
          </a:xfrm>
          <a:prstGeom prst="roundRect">
            <a:avLst>
              <a:gd name="adj" fmla="val 10435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41832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9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　上層三角形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418320" y="3017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上層土重 17×z 的增量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281160" y="3749040"/>
            <a:ext cx="2468880" cy="1051560"/>
          </a:xfrm>
          <a:prstGeom prst="roundRect">
            <a:avLst>
              <a:gd name="adj" fmla="val 10435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418320" y="3858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B6FD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　下層矩形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418320" y="4206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上覆 71 kPa（q＋上層土）× K</a:t>
            </a:r>
            <a:pPr indent="0" marL="0">
              <a:buNone/>
            </a:pPr>
            <a:r>
              <a:rPr lang="en-US" sz="12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281160" y="4937760"/>
            <a:ext cx="2468880" cy="1051560"/>
          </a:xfrm>
          <a:prstGeom prst="roundRect">
            <a:avLst>
              <a:gd name="adj" fmla="val 10435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418320" y="5047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9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　下層三角形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418320" y="5394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下層土重 19×z 的增量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· 取矩表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一張表算完：P = ΣP</a:t>
            </a:r>
            <a:pPr indent="0" marL="0">
              <a:buNone/>
            </a:pPr>
            <a:r>
              <a:rPr lang="en-US" sz="27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，ȳ = ΣP</a:t>
            </a:r>
            <a:pPr indent="0" marL="0">
              <a:buNone/>
            </a:pPr>
            <a:r>
              <a:rPr lang="en-US" sz="27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·y</a:t>
            </a:r>
            <a:pPr indent="0" marL="0">
              <a:buNone/>
            </a:pPr>
            <a:r>
              <a:rPr lang="en-US" sz="27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/ ΣP</a:t>
            </a:r>
            <a:pPr indent="0" marL="0">
              <a:buNone/>
            </a:pPr>
            <a:r>
              <a:rPr lang="en-US" sz="27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91840"/>
                <a:gridCol w="1463040"/>
                <a:gridCol w="1645920"/>
                <a:gridCol w="1280160"/>
                <a:gridCol w="25603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方塊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合力算式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algn="ctr"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(kN/m)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y</a:t>
                      </a:r>
                      <a:pPr algn="ctr"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算式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y</a:t>
                      </a:r>
                      <a:pPr algn="ctr"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(m)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algn="ctr"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·y</a:t>
                      </a:r>
                      <a:pPr algn="ctr"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(kN·m/m)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6FD4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6.67 × 3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20.00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4 + 3/2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5.50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110.00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9C7A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B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½ × (23.67 − 6.67) × 3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25.50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4 + 3/3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5.00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127.50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6FD4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18.46 × 4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73.84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4/2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2.00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147.68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9C7A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D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½ × (38.22 − 18.46) × 4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39.52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4/3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1.33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52.69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Σ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158.86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437.87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6035040" cy="1737360"/>
          </a:xfrm>
          <a:prstGeom prst="roundRect">
            <a:avLst>
              <a:gd name="adj" fmla="val 6316"/>
            </a:avLst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681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作用點（自牆底起算）</a:t>
            </a:r>
            <a:endParaRPr lang="en-US" sz="1300" dirty="0"/>
          </a:p>
        </p:txBody>
      </p:sp>
      <p:pic>
        <p:nvPicPr>
          <p:cNvPr id="7" name="Image 0" descr="m_ynum_w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5175687"/>
            <a:ext cx="2139696" cy="52998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58978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 = 158.9 kN/m　ȳ = 2.76 m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766560" y="4572000"/>
            <a:ext cx="4846320" cy="1737360"/>
          </a:xfrm>
          <a:prstGeom prst="roundRect">
            <a:avLst>
              <a:gd name="adj" fmla="val 6316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0" y="47091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對帳：直接積分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∫σ</a:t>
            </a:r>
            <a:pPr indent="0" marL="0">
              <a:spcAft>
                <a:spcPts val="4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dz = 158.86 kN/m、∫σ</a:t>
            </a:r>
            <a:pPr indent="0" marL="0">
              <a:spcAft>
                <a:spcPts val="4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(H−z) dz = 437.87 kN·m/m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與切方塊結果完全相同——切法只是把積分換成幾何。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WARNING · 反射性寫 H/3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ȳ 寫成 H/3：作用點低 0.42 m，傾覆力矩少算 15%</a:t>
            </a:r>
            <a:endParaRPr lang="en-US" sz="2700" dirty="0"/>
          </a:p>
        </p:txBody>
      </p:sp>
      <p:pic>
        <p:nvPicPr>
          <p:cNvPr id="4" name="Image 0" descr="fig10_h3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4474" y="1280160"/>
            <a:ext cx="11232573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BECEA"/>
          </a:solidFill>
          <a:ln w="12700">
            <a:solidFill>
              <a:srgbClr val="E6B0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60527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H/3 只屬於「單層、無超載、無水」的純三角形。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超載的矩形塊作用在 H/2、上層方塊又墊高了 4 m——合力自然被往上拉。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CHECK · 一秒驗算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什麼時候能直接寫 H/3、H/2？其餘一律切方塊</a:t>
            </a:r>
            <a:endParaRPr lang="en-US" sz="2700" dirty="0"/>
          </a:p>
        </p:txBody>
      </p:sp>
      <p:pic>
        <p:nvPicPr>
          <p:cNvPr id="4" name="Image 0" descr="fig11_whe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99591"/>
            <a:ext cx="11247120" cy="403021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梯形公式</a:t>
            </a:r>
            <a:endParaRPr lang="en-US" sz="1300" dirty="0"/>
          </a:p>
        </p:txBody>
      </p:sp>
      <p:pic>
        <p:nvPicPr>
          <p:cNvPr id="7" name="Image 1" descr="m_trap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0240" y="5695569"/>
            <a:ext cx="1349289" cy="49606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749040" y="5623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a：頂端壓力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b：底端壓力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0" y="548640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69280" y="5559552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無張力裂縫、σ</a:t>
            </a:r>
            <a:pPr indent="0" marL="0"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大致隨深度增加時，ȳ 應落在 H/3～H/2 之間；算出來跑出這個範圍，先回頭檢查切塊與 y</a:t>
            </a:r>
            <a:pPr indent="0" marL="0"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MISTAKES · 六個失分點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每一步各有一個陷阱，對照 SOP 逐項檢查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1920240"/>
          </a:xfrm>
          <a:prstGeom prst="rect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地下室外牆用了 K</a:t>
            </a:r>
            <a:pPr indent="0" marL="0">
              <a:buNone/>
            </a:pPr>
            <a:r>
              <a:rPr lang="en-US" sz="18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受樓板約束不能動 → 應用 K</a:t>
            </a:r>
            <a:pPr indent="0" marL="0"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；K</a:t>
            </a:r>
            <a:pPr indent="0" marL="0"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會低估側壓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600200"/>
            <a:ext cx="82296" cy="1920240"/>
          </a:xfrm>
          <a:prstGeom prst="rect">
            <a:avLst/>
          </a:prstGeom>
          <a:solidFill>
            <a:srgbClr val="B8520E"/>
          </a:solidFill>
          <a:ln w="12700">
            <a:solidFill>
              <a:srgbClr val="B8520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9202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層界只算一次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517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23.67 直接往下接，本例 P 變成 179.7，多算 13%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600200"/>
            <a:ext cx="82296" cy="1920240"/>
          </a:xfrm>
          <a:prstGeom prst="rect">
            <a:avLst/>
          </a:prstGeom>
          <a:solidFill>
            <a:srgbClr val="B8520E"/>
          </a:solidFill>
          <a:ln w="12700">
            <a:solidFill>
              <a:srgbClr val="B8520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19202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漏掉張力裂縫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517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黏土頂部 σ</a:t>
            </a:r>
            <a:pPr indent="0" marL="0"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為負，不能當成拉力抵銷下方推力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69080"/>
            <a:ext cx="82296" cy="1920240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3891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水壓也乘了 K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1206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小例中牆底少算 26.2 kPa（40%）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4069080"/>
            <a:ext cx="82296" cy="1920240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3891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下層忘了上覆壓力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1206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塊是 K</a:t>
            </a:r>
            <a:pPr indent="0" marL="0"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a2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× 71，不是 K</a:t>
            </a:r>
            <a:pPr indent="0" marL="0"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a2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× 20（超載）而已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46720" y="388620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4069080"/>
            <a:ext cx="82296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3891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</a:t>
            </a:r>
            <a:pPr indent="0" marL="0">
              <a:buNone/>
            </a:pPr>
            <a:r>
              <a:rPr lang="en-US" sz="18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從層底量、或直接寫 H/3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1206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作用點基準只有牆底；H/3 使 M 少算 15%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確定 K：牆外傾 K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、受約束 K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、推向土 K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2715768"/>
            <a:ext cx="548640" cy="548640"/>
          </a:xfrm>
          <a:prstGeom prst="ellipse">
            <a:avLst/>
          </a:prstGeom>
          <a:solidFill>
            <a:srgbClr val="B8520E"/>
          </a:solidFill>
          <a:ln w="12700">
            <a:solidFill>
              <a:srgbClr val="B8520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7157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列轉折點：地表、裂縫 z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、水位、層界（上下各一次）、牆底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3648456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6484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逐點算 σ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：有效應力 × K，孔隙水壓 u 全額另加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4581144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58114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切方塊對牆底取矩：本例 P = 158.9 kN/m、ȳ = 2.76 m（不是 H/3）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760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下一塊拼圖：黏土張力裂縫 ＋ 地下水位的綜合題——轉折點清單會多出 ② 與 ③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SM-U3-1 側向土壓力 四步解題 SOP</dc:title>
  <dc:subject>PptxGenJS Presentation</dc:subject>
  <dc:creator>PptxGenJS</dc:creator>
  <cp:lastModifiedBy>PptxGenJS</cp:lastModifiedBy>
  <cp:revision>1</cp:revision>
  <dcterms:created xsi:type="dcterms:W3CDTF">2026-09-25T03:13:13Z</dcterms:created>
  <dcterms:modified xsi:type="dcterms:W3CDTF">2026-09-25T03:13:13Z</dcterms:modified>
</cp:coreProperties>
</file>