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　土壤強度｜觀念講義・拼圖三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一張 Mohr 圓走天下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莫爾圓不是公式，是「應力轉換的幾何圖解」：圓心 C、半徑 R、切點 T 三樣東西，推出所有破壞條件式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9FB3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977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 = 平均有效應力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7FA7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3977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7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半徑 = 最大剪應力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3977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切點 = 破壞面 (σ, τ)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示範題 [SM-2024-1] CD 試驗：σ′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100、Δσ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240、c′ = 25 kPa；圖上數字全部由同一支程式算出，可逐一對帳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三把鑰匙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只要主應力確定，莫爾圓就唯一確定：C、R、T 決定一切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824" y="1280160"/>
            <a:ext cx="1050587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與 R：所有題目共用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直接算出，第一步永遠先把它們寫出來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T：破壞的那一瞬間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圓長大到剛好切到包絡線；切點就是實體破壞面上的應力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三條公式 = 同一張圖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萬能式、② 幾何式、③ 正弦式只是不同寫法，不必各自死背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底層觀念 ① · 應力轉換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圓上每一點，都是試體內某個方向平面上的 (σ, τ)</a:t>
            </a:r>
            <a:endParaRPr lang="en-US" sz="2600" dirty="0"/>
          </a:p>
        </p:txBody>
      </p:sp>
      <p:pic>
        <p:nvPicPr>
          <p:cNvPr id="4" name="Image 0" descr="fig02_transfor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2922" y="1280160"/>
            <a:ext cx="10155677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pic>
        <p:nvPicPr>
          <p:cNvPr id="7" name="Image 1" descr="m_tr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552694"/>
            <a:ext cx="1458468" cy="251460"/>
          </a:xfrm>
          <a:prstGeom prst="rect">
            <a:avLst/>
          </a:prstGeom>
        </p:spPr>
      </p:pic>
      <p:pic>
        <p:nvPicPr>
          <p:cNvPr id="8" name="Image 2" descr="m_tr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6028182"/>
            <a:ext cx="1051103" cy="2514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40680" y="5394960"/>
            <a:ext cx="617220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623560" y="546811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 θ = 30°：σ = 220 + 120 cos 60° = 280、τ = 120 sin 60° = 103.9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0 → σ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面（τ = 0）；θ = 90° → σ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面；θ = 45° → 圓頂 τ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底層觀念 ② · 三軸加載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先圍壓、再軸差：圓從一個點長大，碰到包絡線就破壞</a:t>
            </a:r>
            <a:endParaRPr lang="en-US" sz="2600" dirty="0"/>
          </a:p>
        </p:txBody>
      </p:sp>
      <p:pic>
        <p:nvPicPr>
          <p:cNvPr id="4" name="Image 0" descr="fig03_loadi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260" y="1280160"/>
            <a:ext cx="102870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階段① 施加圍壓 σ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各向同性：σ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，圓縮成 σ 軸上一點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階段② 施加軸差 Δσ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不動、σ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往右推：圓心與半徑同時變大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8640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59552"/>
            <a:ext cx="3276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破壞瞬間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圓周剛好切到包絡線：切點 T = 實體破壞面的應力狀態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高頻第一大陷阱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題目給的 Δσ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是「應力差」，不是大主應力</a:t>
            </a:r>
            <a:endParaRPr lang="en-US" sz="2600" dirty="0"/>
          </a:p>
        </p:txBody>
      </p:sp>
      <p:pic>
        <p:nvPicPr>
          <p:cNvPr id="4" name="Image 0" descr="fig04_tr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534" y="1280160"/>
            <a:ext cx="10376452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98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第一步永遠先做</a:t>
            </a:r>
            <a:endParaRPr lang="en-US" sz="1300" dirty="0"/>
          </a:p>
        </p:txBody>
      </p:sp>
      <p:pic>
        <p:nvPicPr>
          <p:cNvPr id="8" name="Image 1" descr="m_s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85993"/>
            <a:ext cx="1503274" cy="27980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57800" y="5394960"/>
            <a:ext cx="635508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40680" y="5449824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為什麼會搞混？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三軸儀的活塞只「額外」推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，圍壓 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同時也作用在試體頂面。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題目寫「破壞時軸差應力」「deviator stress」都是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核心幾何 · 所有題目共用的兩個量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決定圓在哪、R 決定圓多大</a:t>
            </a:r>
            <a:endParaRPr lang="en-US" sz="2600" dirty="0"/>
          </a:p>
        </p:txBody>
      </p:sp>
      <p:pic>
        <p:nvPicPr>
          <p:cNvPr id="4" name="Image 0" descr="fig05_c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280160"/>
            <a:ext cx="1048512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7" name="Image 1" descr="m_C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644180"/>
            <a:ext cx="1320942" cy="50740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534924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pic>
        <p:nvPicPr>
          <p:cNvPr id="9" name="Image 2" descr="m_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5644180"/>
            <a:ext cx="2012594" cy="5074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三條式 ② · 幾何關係式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相切 = 圓心到切線的垂直距離等於 R：一個直角三角形</a:t>
            </a:r>
            <a:endParaRPr lang="en-US" sz="2600" dirty="0"/>
          </a:p>
        </p:txBody>
      </p:sp>
      <p:pic>
        <p:nvPicPr>
          <p:cNvPr id="4" name="Image 0" descr="fig06_triang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幾何式（已知 C、R 時最快）</a:t>
            </a:r>
            <a:endParaRPr lang="en-US" sz="1400" dirty="0"/>
          </a:p>
        </p:txBody>
      </p:sp>
      <p:pic>
        <p:nvPicPr>
          <p:cNvPr id="8" name="Image 1" descr="m_f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60974"/>
            <a:ext cx="2032711" cy="2852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23560" y="5440680"/>
            <a:ext cx="598932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06440" y="5486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三角形三個角色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斜邊 = C + c′ cot φ′ = 220 + 50.5 = 270.5；對邊 = R = 120；夾角 = φ′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驗算：120 / 270.5 = 0.4436 = sin 26.33° ✓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三條式 ① · 萬能表示式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C、R 代回 ② 式，四行代數就得到萬能式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5074920"/>
          </a:xfrm>
          <a:prstGeom prst="roundRect">
            <a:avLst>
              <a:gd name="adj" fmla="val 216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代入 C、R</a:t>
            </a:r>
            <a:endParaRPr lang="en-US" sz="1500" dirty="0"/>
          </a:p>
        </p:txBody>
      </p:sp>
      <p:pic>
        <p:nvPicPr>
          <p:cNvPr id="6" name="Image 0" descr="m_d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999107"/>
            <a:ext cx="2836926" cy="4091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同乘 2、移項整理</a:t>
            </a:r>
            <a:endParaRPr lang="en-US" sz="1500" dirty="0"/>
          </a:p>
        </p:txBody>
      </p:sp>
      <p:pic>
        <p:nvPicPr>
          <p:cNvPr id="8" name="Image 1" descr="m_d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296412"/>
            <a:ext cx="3273552" cy="246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9136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兩邊除以 (1 − sin φ′)</a:t>
            </a:r>
            <a:endParaRPr lang="en-US" sz="1500" dirty="0"/>
          </a:p>
        </p:txBody>
      </p:sp>
      <p:pic>
        <p:nvPicPr>
          <p:cNvPr id="10" name="Image 2" descr="m_d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4401693"/>
            <a:ext cx="2647188" cy="4686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512978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三角恆等式</a:t>
            </a:r>
            <a:endParaRPr lang="en-US" sz="1500" dirty="0"/>
          </a:p>
        </p:txBody>
      </p:sp>
      <p:pic>
        <p:nvPicPr>
          <p:cNvPr id="12" name="Image 3" descr="m_d4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5585841"/>
            <a:ext cx="2610612" cy="53263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406640" y="1371600"/>
            <a:ext cx="4206240" cy="2331720"/>
          </a:xfrm>
          <a:prstGeom prst="roundRect">
            <a:avLst>
              <a:gd name="adj" fmla="val 4706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58952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得到 ① 萬能式（任何土壤適用）</a:t>
            </a:r>
            <a:endParaRPr lang="en-US" sz="1500" dirty="0"/>
          </a:p>
        </p:txBody>
      </p:sp>
      <p:pic>
        <p:nvPicPr>
          <p:cNvPr id="15" name="Image 4" descr="m_f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9520" y="1981619"/>
            <a:ext cx="2061972" cy="334442"/>
          </a:xfrm>
          <a:prstGeom prst="rect">
            <a:avLst/>
          </a:prstGeom>
        </p:spPr>
      </p:pic>
      <p:pic>
        <p:nvPicPr>
          <p:cNvPr id="16" name="Image 5" descr="m_kp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9520" y="2760345"/>
            <a:ext cx="2656332" cy="46863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406640" y="3840480"/>
            <a:ext cx="4206240" cy="260604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7589520" y="3950208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物理意義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K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：摩擦把圍壓「放大」K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倍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2c′√K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：凝聚力額外撐住的部分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示範題：K</a:t>
            </a:r>
            <a:pPr indent="0" marL="0">
              <a:spcAft>
                <a:spcPts val="600"/>
              </a:spcAft>
              <a:buNone/>
            </a:pPr>
            <a:r>
              <a:rPr lang="en-US" sz="1400" b="1" baseline="-4000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2.5946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 × 2.5946 + 50 × 1.6108 = 340.00 ✓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三條式 ③ · NC 黏土專用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= 0：包絡線過原點，斜邊直接就是 C</a:t>
            </a:r>
            <a:endParaRPr lang="en-US" sz="2600" dirty="0"/>
          </a:p>
        </p:txBody>
      </p:sp>
      <p:pic>
        <p:nvPicPr>
          <p:cNvPr id="4" name="Image 0" descr="fig07_n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280160"/>
            <a:ext cx="1048512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正弦式（僅限 c′ = 0）</a:t>
            </a:r>
            <a:endParaRPr lang="en-US" sz="1400" dirty="0"/>
          </a:p>
        </p:txBody>
      </p:sp>
      <p:pic>
        <p:nvPicPr>
          <p:cNvPr id="8" name="Image 1" descr="m_f3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82208"/>
            <a:ext cx="2054657" cy="55138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46520" y="5349240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29400" y="542239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適用：正常壓密（NC）黏土、乾淨砂土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例子來自拼圖二黏土 A 的 CD 試驗：σ′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 →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300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黏土（c′ ≠ 0）硬套 → φ′ 高估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三條式怎麼選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看題目給了什麼、缺什麼：四個問題決定用哪一條</a:t>
            </a:r>
            <a:endParaRPr lang="en-US" sz="2600" dirty="0"/>
          </a:p>
        </p:txBody>
      </p:sp>
      <p:pic>
        <p:nvPicPr>
          <p:cNvPr id="4" name="Image 0" descr="fig08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0833"/>
            <a:ext cx="11064240" cy="43334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7959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過原點用 ③；已知 φ′ 用 ②；已知 c′ 用 ①；什麼都不知道就兩組試驗相減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 ① · 角度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 + φ′/2：兩行幾何證明</a:t>
            </a:r>
            <a:endParaRPr lang="en-US" sz="2600" dirty="0"/>
          </a:p>
        </p:txBody>
      </p:sp>
      <p:pic>
        <p:nvPicPr>
          <p:cNvPr id="4" name="Image 0" descr="fig09_ang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88" y="1280160"/>
            <a:ext cx="10038945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第一步：半徑 ⊥ 切線</a:t>
            </a:r>
            <a:endParaRPr lang="en-US" sz="1400" dirty="0"/>
          </a:p>
        </p:txBody>
      </p:sp>
      <p:pic>
        <p:nvPicPr>
          <p:cNvPr id="8" name="Image 1" descr="m_2th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15254"/>
            <a:ext cx="1313993" cy="2852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534924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34840" y="5440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第二步：圓上角 ÷ 2</a:t>
            </a:r>
            <a:endParaRPr lang="en-US" sz="1400" dirty="0"/>
          </a:p>
        </p:txBody>
      </p:sp>
      <p:pic>
        <p:nvPicPr>
          <p:cNvPr id="11" name="Image 2" descr="m_th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4840" y="5811012"/>
            <a:ext cx="1220724" cy="49377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55280" y="534924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138160" y="542239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2θ = 90° + 26.33° = 116.33°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58.17° = arctan √K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 ② · 切點座標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破壞面上的應力：從圓心沿半徑走到 T</a:t>
            </a:r>
            <a:endParaRPr lang="en-US" sz="2600" dirty="0"/>
          </a:p>
        </p:txBody>
      </p:sp>
      <p:pic>
        <p:nvPicPr>
          <p:cNvPr id="4" name="Image 0" descr="fig10_poin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229" y="1280160"/>
            <a:ext cx="10077061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5321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正向應力（往左 R sin φ′）</a:t>
            </a:r>
            <a:endParaRPr lang="en-US" sz="1400" dirty="0"/>
          </a:p>
        </p:txBody>
      </p:sp>
      <p:pic>
        <p:nvPicPr>
          <p:cNvPr id="8" name="Image 1" descr="m_sf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94349"/>
            <a:ext cx="1709014" cy="30998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55321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6235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剪應力（往上 R cos φ′）</a:t>
            </a:r>
            <a:endParaRPr lang="en-US" sz="1400" dirty="0"/>
          </a:p>
        </p:txBody>
      </p:sp>
      <p:pic>
        <p:nvPicPr>
          <p:cNvPr id="11" name="Image 2" descr="m_tff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5994349"/>
            <a:ext cx="1234440" cy="3099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黃金鐵律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問破壞面角度或破壞面上的 σ、τ：一律只用有效 φ′</a:t>
            </a:r>
            <a:endParaRPr lang="en-US" sz="2600" dirty="0"/>
          </a:p>
        </p:txBody>
      </p:sp>
      <p:pic>
        <p:nvPicPr>
          <p:cNvPr id="4" name="Image 0" descr="fig11_ru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556" y="1280160"/>
            <a:ext cx="10272409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土壤破壞是顆粒間的摩擦滑動，摩擦由有效應力控制；同一試體的實體破壞面只有一個角度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只是表觀角度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它隨加載路徑跳動（拼圖一：AC、LE 不同）；代入會把 θ 低估 (φ′ − 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)/2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只給 φ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怎麼辦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把總應力圓左移成有效圓 → 求 φ′ → 再算 θ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 SOP · [SM-2024-1] CD 試驗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1：建立主應力與莫爾圓基礎參數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題目已知：圍壓 σ′</a:t>
            </a:r>
            <a:pPr indent="0" marL="0"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 kPa、破壞軸差應力 Δσ</a:t>
            </a:r>
            <a:pPr indent="0" marL="0"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240 kPa、凝聚力 c′ = 25 kPa　　→ 求 φ′、θ、σ′</a:t>
            </a:r>
            <a:pPr indent="0" marL="0"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、τ</a:t>
            </a:r>
            <a:pPr indent="0" marL="0"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endParaRPr lang="en-US" sz="1500" dirty="0"/>
          </a:p>
        </p:txBody>
      </p:sp>
      <p:pic>
        <p:nvPicPr>
          <p:cNvPr id="6" name="Image 0" descr="fig12_setu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2339340"/>
            <a:ext cx="11064240" cy="3688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 SOP · 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 φ′：令 y = √K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，一元二次式一次解完</a:t>
            </a:r>
            <a:endParaRPr lang="en-US" sz="2600" dirty="0"/>
          </a:p>
        </p:txBody>
      </p:sp>
      <p:pic>
        <p:nvPicPr>
          <p:cNvPr id="4" name="Image 0" descr="fig13_chai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2922" y="1280160"/>
            <a:ext cx="10155677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7" name="Image 1" descr="m_q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526405"/>
            <a:ext cx="2850642" cy="304038"/>
          </a:xfrm>
          <a:prstGeom prst="rect">
            <a:avLst/>
          </a:prstGeom>
        </p:spPr>
      </p:pic>
      <p:pic>
        <p:nvPicPr>
          <p:cNvPr id="8" name="Image 2" descr="m_q2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6028182"/>
            <a:ext cx="1444752" cy="251460"/>
          </a:xfrm>
          <a:prstGeom prst="rect">
            <a:avLst/>
          </a:prstGeom>
        </p:spPr>
      </p:pic>
      <p:pic>
        <p:nvPicPr>
          <p:cNvPr id="9" name="Image 3" descr="m_q3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0720" y="5657850"/>
            <a:ext cx="3952494" cy="5623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 SOP · 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破壞面角度與破壞面應力：全部在同一張圖上</a:t>
            </a:r>
            <a:endParaRPr lang="en-US" sz="2600" dirty="0"/>
          </a:p>
        </p:txBody>
      </p:sp>
      <p:pic>
        <p:nvPicPr>
          <p:cNvPr id="4" name="Image 0" descr="fig14_ful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410" y="1280160"/>
            <a:ext cx="101727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破壞面夾角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arctan 1.6108 = 58.17°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（由水平面量起）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正向應力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220 − 120 sin 26.33° = 166.77 kPa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cos 26.33° = 107.55 kPa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 SOP · 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免費雙向檢核：同一個切點，三條路都要走得到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 A：切點在包絡線上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 τ = c′ + σ′ tan φ′</a:t>
            </a:r>
            <a:endParaRPr lang="en-US" sz="1300" dirty="0"/>
          </a:p>
        </p:txBody>
      </p:sp>
      <p:pic>
        <p:nvPicPr>
          <p:cNvPr id="7" name="Image 0" descr="m_chk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360" y="1846951"/>
            <a:ext cx="4935108" cy="3203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889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 B：② 幾何式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圓心到切線距離 = R</a:t>
            </a:r>
            <a:endParaRPr lang="en-US" sz="1300" dirty="0"/>
          </a:p>
        </p:txBody>
      </p:sp>
      <p:pic>
        <p:nvPicPr>
          <p:cNvPr id="11" name="Image 1" descr="m_chk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360" y="3271357"/>
            <a:ext cx="5592745" cy="30614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206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4315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 C：2θ 轉換式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C − R sin φ′ 同答案</a:t>
            </a:r>
            <a:endParaRPr lang="en-US" sz="1300" dirty="0"/>
          </a:p>
        </p:txBody>
      </p:sp>
      <p:pic>
        <p:nvPicPr>
          <p:cNvPr id="15" name="Image 2" descr="m_chk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3360" y="4700016"/>
            <a:ext cx="4297314" cy="28346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三項全過（差 &lt; 0.01 kPa）才交卷。φ′ 精確值 26.335°，寫 26.33°；若先把 θ 取到 58.17° 再乘 2，會得 26.34°——兩者都算對，但驗算請用未取整的數字。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考場避坑速查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四個最常見的失分點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軸差當成大主應力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 σ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Δσ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示範題誤用：φ′ = 15.67°（真值 26.33°）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圓上角當成實體角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圓上切點圓心角是 2θ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58.17°，不是 116.33°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φ</a:t>
            </a:r>
            <a:pPr indent="0" marL="0">
              <a:buNone/>
            </a:pPr>
            <a:r>
              <a:rPr lang="en-US" sz="1800" b="1" baseline="-4000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算破壞面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實體破壞面只由 φ′ 決定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A：60° vs 誤算 53.3°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645920"/>
            <a:ext cx="640080" cy="64008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過早轉角度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38328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 √K</a:t>
            </a:r>
            <a:pPr indent="0" marL="0">
              <a:spcAft>
                <a:spcPts val="10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後直接往下代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先取 26° 再轉回：σ′</a:t>
            </a:r>
            <a:pPr indent="0" marL="0">
              <a:spcAft>
                <a:spcPts val="1000"/>
              </a:spcAft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少 3.9 kPa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寫答案前，對照這四格各花 5 秒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30352" cy="5303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 = 應力轉換圖：實體平面轉 θ，圓上轉 2θ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30352" cy="53035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231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 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Δσ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，再算 C = (σ′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σ′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)/2、R = Δσ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37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461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三條式同一張圖：① σ′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+ 2c′√K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② R = C sin φ′ + c′ cos φ′　③ sin φ′ = R/C（c′ = 0）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690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破壞面：θ = 45° + φ′/2 = arctan √K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；σ′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C − R sin φ′、τ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R cos φ′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530352" cy="530352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83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920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只用 φ′ 算破壞面；保留 √K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往下代；最後用包絡線與 ② 式雙向檢核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943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下一步：拼圖四（NC / OC 分岔）——包絡線過原點時，正弦式、比例法與 S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三大秒殺捷徑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SM-U1-5 拼圖三：一張 Mohr 圓走天下</dc:title>
  <dc:subject>PptxGenJS Presentation</dc:subject>
  <dc:creator>PptxGenJS</dc:creator>
  <cp:lastModifiedBy>PptxGenJS</cp:lastModifiedBy>
  <cp:revision>1</cp:revision>
  <dcterms:created xsi:type="dcterms:W3CDTF">2026-09-25T10:01:56Z</dcterms:created>
  <dcterms:modified xsi:type="dcterms:W3CDTF">2026-09-25T10:01:56Z</dcterms:modified>
</cp:coreProperties>
</file>